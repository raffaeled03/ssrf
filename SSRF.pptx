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942fe866c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942fe866c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942fe866c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942fe866c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42fe866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42fe866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42fe866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42fe866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42fe866c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42fe866c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42fe866c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42fe866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42fe866c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42fe866c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42fe866c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42fe866c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42fe866c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42fe866c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42fe866c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42fe866c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42fe866c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42fe866c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42fe866c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42fe866c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42fe866c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42fe866c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42fe866c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42fe866c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42fe866c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42fe866c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swisskyrepo/PayloadsAllTheThings/blob/master/Server%20Side%20Request%20Forgery/README.md" TargetMode="External"/><Relationship Id="rId4" Type="http://schemas.openxmlformats.org/officeDocument/2006/relationships/hyperlink" Target="https://owasp.org/www-community/attacks/Server_Side_Request_Forge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SSRF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Server-Side Request Forgery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SSRF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una SSRF?</a:t>
            </a:r>
            <a:br>
              <a:rPr lang="it"/>
            </a:br>
            <a:r>
              <a:rPr lang="it"/>
              <a:t>È un attacco che </a:t>
            </a:r>
            <a:r>
              <a:rPr lang="it"/>
              <a:t>consiste</a:t>
            </a:r>
            <a:r>
              <a:rPr lang="it"/>
              <a:t> nell’invio, da parte del server (vulnerabile) sotto attacco, di richieste sia alla rete interna (aggirando i controlli del firewall), sia alla rete esterna.</a:t>
            </a:r>
            <a:br>
              <a:rPr lang="it"/>
            </a:br>
            <a:r>
              <a:rPr lang="it"/>
              <a:t>Tipologie: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i="1" lang="it"/>
              <a:t>Classica</a:t>
            </a:r>
            <a:r>
              <a:rPr lang="it"/>
              <a:t>: l’attaccante può vedere i dati ottenuti dalla richiesta.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it"/>
              <a:t>Blind</a:t>
            </a:r>
            <a:r>
              <a:rPr lang="it"/>
              <a:t>: l’attaccante non può vedere direttamente i dati ottenuti dalla richiesta, ma può ottenere altri tipi di informazioni sulla risposta.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Concetti Fondamentali (CIA) compromessi da SSRF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Confidenzialità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CI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26" y="1182825"/>
            <a:ext cx="3470633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Debolezza e Vulnerabilità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Debolezza: mancanza strutturale di controlli sull’input dell’utente oppure di isolamento di rete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Vulnerabilità: la possibilità di far effettuare richieste arbitrarie al Server sotto attacco.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Exploit ed Attacco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Exploit: Payload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es.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 </a:t>
            </a:r>
            <a:r>
              <a:rPr lang="it" sz="1000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http:</a:t>
            </a:r>
            <a:r>
              <a:rPr lang="it" sz="1000">
                <a:solidFill>
                  <a:srgbClr val="FF7B72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it" sz="1000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localhost:</a:t>
            </a:r>
            <a:r>
              <a:rPr lang="it" sz="1000">
                <a:solidFill>
                  <a:srgbClr val="79C0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80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 </a:t>
            </a:r>
            <a:r>
              <a:rPr lang="it" sz="1000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http:</a:t>
            </a:r>
            <a:r>
              <a:rPr lang="it" sz="1000">
                <a:solidFill>
                  <a:srgbClr val="FF7B72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it" sz="1000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[::]:</a:t>
            </a:r>
            <a:r>
              <a:rPr lang="it" sz="1000">
                <a:solidFill>
                  <a:srgbClr val="79C0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lang="it" sz="1000">
                <a:solidFill>
                  <a:srgbClr val="FF7B72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it"/>
              <a:t>  (IPV6 non specificato)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Attacco: esecuzione della richiesta che trasporta il Payload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Rischi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Bypass del Firewall sfruttando la “credibilità” del server sotto attacco all’interno della rete privata.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Accesso a dati sensibili come dati aziendali, ma anche credenziali cloud per istanze cloud (come AWS o Azure).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Network</a:t>
            </a:r>
            <a:r>
              <a:rPr lang="it"/>
              <a:t> mapping.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Diagramma di rete</a:t>
            </a:r>
            <a:endParaRPr/>
          </a:p>
        </p:txBody>
      </p:sp>
      <p:pic>
        <p:nvPicPr>
          <p:cNvPr id="97" name="Google Shape;97;p19" title="diagramma delle ret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538" y="1063900"/>
            <a:ext cx="697891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Infrastruttura Docker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Segmentazione di Rete: Due reti bridge virtuali isolate (rete_pubblica e rete_privata) per simulare la separazione tra DMZ e rete interna.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Attaccante: Container Alpine Linux equipaggiato con cURL.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Vittima (Proxy): Server Apache+PHP configurato come dual-homed (connesso a entrambe le reti).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Target: Server Apache contenente l'asset critico, isolato esclusivamente sulla rete privata.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Configurazione: Utilizzo di IP statici definiti nel docker-compose.yml per garantire la riproducibilità dello scenario.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Debolezza</a:t>
            </a:r>
            <a:endParaRPr/>
          </a:p>
        </p:txBody>
      </p:sp>
      <p:pic>
        <p:nvPicPr>
          <p:cNvPr id="109" name="Google Shape;109;p21" title="codiceVulnera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442251" cy="33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Isolamento del server Admin rispetto alla rete pubblica</a:t>
            </a:r>
            <a:endParaRPr/>
          </a:p>
        </p:txBody>
      </p:sp>
      <p:pic>
        <p:nvPicPr>
          <p:cNvPr id="115" name="Google Shape;115;p22" title="provaIsolamen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190425"/>
            <a:ext cx="8429550" cy="1513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Attacco</a:t>
            </a:r>
            <a:endParaRPr/>
          </a:p>
        </p:txBody>
      </p:sp>
      <p:pic>
        <p:nvPicPr>
          <p:cNvPr id="121" name="Google Shape;121;p23" title="attaccoRiusci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359374" cy="36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Sequence Diagram</a:t>
            </a:r>
            <a:endParaRPr/>
          </a:p>
        </p:txBody>
      </p:sp>
      <p:pic>
        <p:nvPicPr>
          <p:cNvPr id="127" name="Google Shape;127;p24" title="sequence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6190525" cy="33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Dump pacchetti lato server Admin</a:t>
            </a:r>
            <a:endParaRPr/>
          </a:p>
        </p:txBody>
      </p:sp>
      <p:pic>
        <p:nvPicPr>
          <p:cNvPr id="133" name="Google Shape;133;p25" title="provaIPSorg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427075" cy="17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Patch</a:t>
            </a:r>
            <a:endParaRPr/>
          </a:p>
        </p:txBody>
      </p:sp>
      <p:pic>
        <p:nvPicPr>
          <p:cNvPr id="139" name="Google Shape;139;p26" title="f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520601" cy="286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Patch</a:t>
            </a:r>
            <a:endParaRPr/>
          </a:p>
        </p:txBody>
      </p:sp>
      <p:pic>
        <p:nvPicPr>
          <p:cNvPr id="145" name="Google Shape;145;p27" title="provaF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8276751" cy="7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Riferimenti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Payloads SSRF: </a:t>
            </a:r>
            <a:r>
              <a:rPr lang="it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PayloadsAllTheThings/Server Side Request Forgery/README.md at master · swisskyrepo/PayloadsAllTheThings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Server Side Request Forgery | OWASP Foundation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Repository GitHub: </a:t>
            </a:r>
            <a:r>
              <a:rPr lang="it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https://github.com/RaffaeleD03/SSRF.git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